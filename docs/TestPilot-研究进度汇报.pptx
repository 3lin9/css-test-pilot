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· 跨端业务测试基础设施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研究进度汇报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能理解、生成、校验并执行业务测试 —— 从需求评审到结果分析的全流程闭环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974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研究阶段完成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44348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75888" y="4974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真机验证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45936" y="44348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28816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csspilot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28816" y="4974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已发布 0.4.0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98864" y="443484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9381744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381744" y="4974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黄金链路实测通过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 · 内部研究汇报 · csspilot@0.5.0 待发布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· 定位与架构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定位与总体架构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5486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是测试基础设施,不是业务测试项目: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业务项目定义测什么、怎么算通过;TestPilot 定义怎么描述、校验、执行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103120" cy="77724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103120" cy="77724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7E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/ 评审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706624" y="2011680"/>
            <a:ext cx="2103120" cy="77724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2011680"/>
            <a:ext cx="2103120" cy="77724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7E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能力规范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956048" y="2011680"/>
            <a:ext cx="2103120" cy="77724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2011680"/>
            <a:ext cx="2103120" cy="77724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</a:t>
            </a: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7E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205472" y="2011680"/>
            <a:ext cx="2103120" cy="77724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14" name="Text 12"/>
          <p:cNvSpPr/>
          <p:nvPr/>
        </p:nvSpPr>
        <p:spPr>
          <a:xfrm>
            <a:off x="7205472" y="2011680"/>
            <a:ext cx="2103120" cy="77724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</a:t>
            </a: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7E3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测试描述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454896" y="2011680"/>
            <a:ext cx="2103120" cy="777240"/>
          </a:xfrm>
          <a:prstGeom prst="chevron">
            <a:avLst/>
          </a:prstGeom>
          <a:solidFill>
            <a:srgbClr val="E8A317"/>
          </a:solidFill>
          <a:ln/>
        </p:spPr>
      </p:sp>
      <p:sp>
        <p:nvSpPr>
          <p:cNvPr id="16" name="Text 14"/>
          <p:cNvSpPr/>
          <p:nvPr/>
        </p:nvSpPr>
        <p:spPr>
          <a:xfrm>
            <a:off x="9454896" y="2011680"/>
            <a:ext cx="2103120" cy="77724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</a:t>
            </a: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执行核心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执行与取证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Adapter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3364992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WeChatIDE Adapter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小程序端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3364992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8F0F8"/>
          </a:solidFill>
          <a:ln w="12700">
            <a:solidFill>
              <a:srgbClr val="D0D7D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 / 视频 / trace / 日志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2600" y="3364992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8F0F8"/>
          </a:solidFill>
          <a:ln w="12700">
            <a:solidFill>
              <a:srgbClr val="D0D7D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+ 交互式 HTML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91640" y="4142232"/>
            <a:ext cx="0" cy="41148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3440" y="4142232"/>
            <a:ext cx="0" cy="41148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4892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由 Engine 统一调度;Evidence 汇聚后由 Reporter 输出统一报告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E8F0F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54681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设计铁律 1 · Case 属于业务项目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定义怎么测;业务项目定义测什么、怎么算通过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45352" y="5349240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E8F0F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54681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设计铁律 2 · Evidence-first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不凭空生成测试:先读代码与页面,再写步骤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84080" y="6473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· 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· 研究进度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研究进度:八个阶段全部完成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研究阶段完成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E8F0F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10896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csspilot 已发布 npmjs(0.1.0 → 0.4.0)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12464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E8F0F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371246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跨端黄金链路真机实测通过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315968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E8F0F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3159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 单测 · typecheck · lint 全绿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123444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23444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项目骨架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1234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workspace / Turbo / TS / ESLint / Vitest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0" y="12344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31920" y="176479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187452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874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六命令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18745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· validate · list · run · report · doctor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187452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31920" y="240487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251460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25146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5146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规范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92440" y="2514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schema(zod)/ parser(yaml)/ validator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0" y="25146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931920" y="304495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0" y="315468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0" y="31546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1546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执行引擎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92440" y="31546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/ StepExecutor / EventBus / 取证落盘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31546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931920" y="368503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379476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0" y="37947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37947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Adapter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92440" y="37947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个基础 Action 全部可用(Web 端)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430000" y="37947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931920" y="432511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31920" y="443484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0" y="443484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44348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WeChatIDE Adapter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92440" y="44348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基于官方自动化 SDK,已真机验证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430000" y="44348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931920" y="496519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31920" y="507492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49" name="Text 47"/>
          <p:cNvSpPr/>
          <p:nvPr/>
        </p:nvSpPr>
        <p:spPr>
          <a:xfrm>
            <a:off x="3931920" y="50749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54880" y="50749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跨端黄金 Case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092440" y="5074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小程序下单 → Web 后台验证,已实测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430000" y="507492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3931920" y="5605272"/>
            <a:ext cx="7818120" cy="0"/>
          </a:xfrm>
          <a:prstGeom prst="line">
            <a:avLst/>
          </a:prstGeom>
          <a:noFill/>
          <a:ln w="9525">
            <a:solidFill>
              <a:srgbClr val="E3E8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31920" y="571500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1B4965"/>
          </a:solidFill>
          <a:ln/>
        </p:spPr>
      </p:sp>
      <p:sp>
        <p:nvSpPr>
          <p:cNvPr id="55" name="Text 53"/>
          <p:cNvSpPr/>
          <p:nvPr/>
        </p:nvSpPr>
        <p:spPr>
          <a:xfrm>
            <a:off x="3931920" y="57150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54880" y="57150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Skill 体系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092440" y="57150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 / 生成 / 校验 / 执行 / 分析五工作流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1430000" y="57150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39319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说明:P1-P5 已包含在已发布的 csspilot@0.4.0;0.5.0(汇总报告等)内容就绪、待发布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784080" y="6473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· 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· 使用介绍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使用流程:从需求到报告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64008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783080" cy="64008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359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工作流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产出测试点清单 TP-xxx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多平台执行信息澄清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8568" y="1371600"/>
            <a:ext cx="1783080" cy="64008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10" name="Text 8"/>
          <p:cNvSpPr/>
          <p:nvPr/>
        </p:nvSpPr>
        <p:spPr>
          <a:xfrm>
            <a:off x="2258568" y="1371600"/>
            <a:ext cx="1783080" cy="64008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Case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258568" y="224028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68296" y="2359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create-case 工作流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68296" y="269748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tests/e2e/cases/*.yaml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回链测试点编号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59936" y="1371600"/>
            <a:ext cx="1783080" cy="64008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4059936" y="1371600"/>
            <a:ext cx="1783080" cy="64008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059936" y="224028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9664" y="2359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csspilot validate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9664" y="269748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+ 语义校验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未通过不进 run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61304" y="1371600"/>
            <a:ext cx="1783080" cy="64008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20" name="Text 18"/>
          <p:cNvSpPr/>
          <p:nvPr/>
        </p:nvSpPr>
        <p:spPr>
          <a:xfrm>
            <a:off x="5861304" y="1371600"/>
            <a:ext cx="1783080" cy="64008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861304" y="224028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71032" y="2359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csspilot run --tag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71032" y="269748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 + 双 Adapter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 / 视频 / trace 取证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62672" y="1371600"/>
            <a:ext cx="1783080" cy="64008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25" name="Text 23"/>
          <p:cNvSpPr/>
          <p:nvPr/>
        </p:nvSpPr>
        <p:spPr>
          <a:xfrm>
            <a:off x="7662672" y="1371600"/>
            <a:ext cx="1783080" cy="64008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62672" y="224028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2359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csspilot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269748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 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summary.json 供 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1371600"/>
            <a:ext cx="1783080" cy="640080"/>
          </a:xfrm>
          <a:prstGeom prst="chevron">
            <a:avLst/>
          </a:prstGeom>
          <a:solidFill>
            <a:srgbClr val="1B4965"/>
          </a:solidFill>
          <a:ln/>
        </p:spPr>
      </p:sp>
      <p:sp>
        <p:nvSpPr>
          <p:cNvPr id="30" name="Text 28"/>
          <p:cNvSpPr/>
          <p:nvPr/>
        </p:nvSpPr>
        <p:spPr>
          <a:xfrm>
            <a:off x="9464040" y="1371600"/>
            <a:ext cx="1783080" cy="640080"/>
          </a:xfrm>
          <a:prstGeom prst="chevron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分析改进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464040" y="224028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73768" y="2359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analyze-result 工作流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73768" y="269748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Case 或确认产品 bug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332720" y="4160520"/>
            <a:ext cx="0" cy="32004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3108960" y="4480560"/>
            <a:ext cx="7223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3108960" y="4160520"/>
            <a:ext cx="0" cy="320040"/>
          </a:xfrm>
          <a:prstGeom prst="line">
            <a:avLst/>
          </a:prstGeom>
          <a:noFill/>
          <a:ln w="19050">
            <a:solidFill>
              <a:srgbClr val="5A6B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回归迭代:需求变更 → 重新评审与生成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E9F4EC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5029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跨端黄金路径(已实测):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小程序下单 → extract 订单号 → Web 后台 assert 订单存在 —— 变量跨端传递,一次 run 打通双端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一次性接入:npx csspilot init(生成 testpilot.yaml + .env.example + AI Skill,自动检测 Web / 小程序环境)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84080" y="6473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· 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· 定义规范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定义的规范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76472" cy="507492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23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规范(测试描述语言)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33192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33649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个基础 Action:launch · navigate · click · input · select · wait · assert · extract · screenshot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结构:id + name + steps,description 回链测试点编号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定位铁律:locator 必须来自真实页面证据,禁止凭空编写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红线:login / order 等业务动作不进 DSL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776472" cy="507492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23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环境与凭据规范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3192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03120"/>
            <a:ext cx="33649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 段:baseUrl 用 ${VAR} 引用,禁止明文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.env 自动加载,真实环境变量优先;自动加入 .gitignore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账号:accountRef 引用,凭据由 Server Secrets / 环境变量管理(值不回显)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Workspace:跨端环境组合,跨端需求按需启用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280160"/>
            <a:ext cx="3776472" cy="507492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23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Skill 与取证规范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41080" y="1938528"/>
            <a:ext cx="33192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103120"/>
            <a:ext cx="33649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体系:SKILL.md + rules×4 + workflows×5(评审 / 生成 / 校验 / 执行 / 分析)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测试需求评审:可测性检查 → 测试点清单(TP 编号回链)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取证四件套:screenshot / video / trace / log + events.ndjson 事件流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报告:单文件交互式 HTML(步骤树 / 失败分类筛选 / 历史趋势)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84080" y="6473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· 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· 交付与验证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交付成果与实证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7647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23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csspilot CLI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已发布 0.4.0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/ validate / list / run / report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 · doctor · skill · ci init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esbuild 单文件打包,skill 随包分发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77647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23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463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Plane + Web 控制台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Fastify + SQLite + Vue3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/ 用例 / 运行 / 报告 API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元数据同步(快照式)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运行详情:Step 级结果 + 取证下载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280160"/>
            <a:ext cx="377647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23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1463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Skill 体系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41080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+ rules×4 + workflows×5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41080" y="2194560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测试需求评审(可测性 + 测试点)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用例 → 执行 → 分析全流程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 CLI 版本自动更新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1731752" cy="2286000"/>
          </a:xfrm>
          <a:prstGeom prst="roundRect">
            <a:avLst>
              <a:gd name="adj" fmla="val 2800"/>
            </a:avLst>
          </a:prstGeom>
          <a:solidFill>
            <a:srgbClr val="E9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实测验证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4480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跨端黄金链路实测通过:小程序下单 → extract 订单号 → Web 后台断言,变量跨端传递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48646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真机环境验证:微信开发者工具 2.02 自动化链路全自动冷启动(含信任弹窗 / 路径 / 编码问题修复)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52486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取证齐备:截图 / 视频 / trace / 日志 / NDJSON 事件流,失败自动归档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5632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质量门禁:80+ 单测 · typecheck · lint 全绿;npm 连续发布 0.1.0 → 0.4.0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84080" y="6473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· 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44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近期(0.5.x)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83280" y="144475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业务项目接入试点 · Allure results 兼容开关 · 报告补充分支元数据 · 团队推广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963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249631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Secrets 运行时解析(本地不落盘)· Web 控制台趋势报表 · 微信 cli agent 能力跟踪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478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远期(Phase 12)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54787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探索性测试:需求发现 → 自动生成 Case → 执行 → 分析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团队接入三步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47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npx csspilot init   →   评审需求 &amp; 生成 Case   →   validate / run / report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—— 让 AI 可靠地替团队执行业务测试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84080" y="6473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TestPilot · 7 /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TestPilot 研究进度汇报</dc:title>
  <dc:subject>PptxGenJS Presentation</dc:subject>
  <dc:creator>TestPilot</dc:creator>
  <cp:lastModifiedBy>TestPilot</cp:lastModifiedBy>
  <cp:revision>1</cp:revision>
  <dcterms:created xsi:type="dcterms:W3CDTF">2026-09-20T02:28:38Z</dcterms:created>
  <dcterms:modified xsi:type="dcterms:W3CDTF">2026-09-20T02:28:38Z</dcterms:modified>
</cp:coreProperties>
</file>